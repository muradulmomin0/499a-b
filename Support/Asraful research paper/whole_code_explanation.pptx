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Whole Code Explanation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51560" y="1664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66273"/>
                </a:solidFill>
              </a:rPr>
              <a:t>IoT attack detection explained like a story for class 4-5 students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📱  🧠  🔒  📡  🚨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234440" y="3703320"/>
            <a:ext cx="973836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39776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Important: The paper is a review paper. It does not give one full runnable program. So this deck turns the paper ideas into simple "story-code" and explains every line.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Ieropoulos et al., Journal of Information Security and Applications, 2025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Code: What are we building?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A tiny guard system for small IoT devices like cameras, locks, bulbs, and sensors.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3383280" cy="4297680"/>
          </a:xfrm>
          <a:prstGeom prst="roundRect">
            <a:avLst>
              <a:gd name="adj" fmla="val 4865"/>
            </a:avLst>
          </a:prstGeom>
          <a:solidFill>
            <a:srgbClr val="EAF4FF"/>
          </a:solidFill>
          <a:ln w="12700">
            <a:solidFill>
              <a:srgbClr val="B7D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261872"/>
            <a:ext cx="3383280" cy="4297680"/>
          </a:xfrm>
          <a:prstGeom prst="roundRect">
            <a:avLst>
              <a:gd name="adj" fmla="val 4865"/>
            </a:avLst>
          </a:prstGeom>
          <a:solidFill>
            <a:srgbClr val="E9F8EF"/>
          </a:solidFill>
          <a:ln w="12700">
            <a:solidFill>
              <a:srgbClr val="BCE9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1261872"/>
            <a:ext cx="3383280" cy="4297680"/>
          </a:xfrm>
          <a:prstGeom prst="roundRect">
            <a:avLst>
              <a:gd name="adj" fmla="val 4865"/>
            </a:avLst>
          </a:prstGeom>
          <a:solidFill>
            <a:srgbClr val="FFF2E6"/>
          </a:solidFill>
          <a:ln w="12700">
            <a:solidFill>
              <a:srgbClr val="FFD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276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0ED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Device watches itself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</a:rPr>
              <a:t>It looks at its own small data, like traffic or messages.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📱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53712" y="16276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9653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It learns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</a:rPr>
              <a:t>It learns what is normal and what looks strange.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85232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🧠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394192" y="16276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94A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982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It warns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</a:rPr>
              <a:t>If something looks like an attack, it sends an alert.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9828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🚨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collaborative learning helps IoT devices share knowledge while reducing individual device load.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Story-code Part 1: Wake up and collect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Think of each IoT device as a little student collecting clues.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434340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</a:rPr>
              <a:t>Story-code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9653"/>
                </a:solidFill>
              </a:rPr>
              <a:t>What it means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783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START IoT_Guard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532120" y="17739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Start the small security guard.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2176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devices = find_IoT_devices()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Find cameras, locks, bulbs, sensors.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8368" y="2569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each device: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532120" y="2560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Do the same work for every device.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" y="2962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962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data = read_local_data()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532120" y="29535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Read only that device's own data.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8368" y="3355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keep_data_private(data)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532120" y="33467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Do not send private raw data outside.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58368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3749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normal = learn_normal(data)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Learn normal behaviour first.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58368" y="41422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strange = compare(data, normal)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532120" y="4133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Check if today looks different.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58368" y="4535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535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save_small_result(strange)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5532120" y="45262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Keep a small result, not all data.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1051560" y="5715000"/>
            <a:ext cx="10058400" cy="502920"/>
          </a:xfrm>
          <a:prstGeom prst="roundRect">
            <a:avLst>
              <a:gd name="adj" fmla="val 32727"/>
            </a:avLst>
          </a:prstGeom>
          <a:solidFill>
            <a:srgbClr val="FFF6D7"/>
          </a:solidFill>
          <a:ln w="12700">
            <a:solidFill>
              <a:srgbClr val="F2D9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9576" y="5806440"/>
            <a:ext cx="98023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</a:rPr>
              <a:t>Main idea: each device learns from its own data first.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Federated Learning trains on local IoT data without centralising sensitive raw data.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Story-code Part 2: Share only a small learning update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The device does not give away its diary; it sends only a tiny lesson.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4343400"/>
          </a:xfrm>
          <a:prstGeom prst="roundRect">
            <a:avLst>
              <a:gd name="adj" fmla="val 3789"/>
            </a:avLst>
          </a:prstGeom>
          <a:solidFill>
            <a:srgbClr val="EAF4FF"/>
          </a:solidFill>
          <a:ln w="12700">
            <a:solidFill>
              <a:srgbClr val="B7D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</a:rPr>
              <a:t>Story-code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What it means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783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update = make_model_update()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532120" y="17739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Make a small learning message.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2176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update = lock(update)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Protect it with security.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8368" y="2569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central_server_exists: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532120" y="2560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there is a big helper computer.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" y="2962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962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send(update, server)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532120" y="29535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Send the tiny lesson to that helper.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8368" y="3355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532120" y="33467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there is no big helper.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58368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3749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send(update, neighbours)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Send it to nearby trusted devices.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58368" y="41422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wait_for_other_updates()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532120" y="4133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Wait for lessons from friends.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58368" y="4535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535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drop_bad_or_late_updates()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5532120" y="45262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Ignore bad, missing, or too-late lessons.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FL shares model updates/aggregated results, not raw sensitive data.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Lines 11-14: Two ways the sharing can happen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The paper explains centralised and decentralised federated learning.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30352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5" name="Image 0" descr="/mnt/data/assets/fig2_centralised.png">    </p:cNvPr>
          <p:cNvPicPr>
            <a:picLocks noChangeAspect="1"/>
          </p:cNvPicPr>
          <p:nvPr/>
        </p:nvPicPr>
        <p:blipFill>
          <a:blip r:embed="rId1"/>
          <a:srcRect l="0" r="0" t="17429" b="17429"/>
          <a:stretch/>
        </p:blipFill>
        <p:spPr>
          <a:xfrm>
            <a:off x="822960" y="1417320"/>
            <a:ext cx="48920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Centralised: all devices send updates to one helper server.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280" y="5257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Code line: send(update, server)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30352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9" name="Image 1" descr="/mnt/data/assets/fig3_decentralised.png">    </p:cNvPr>
          <p:cNvPicPr>
            <a:picLocks noChangeAspect="1"/>
          </p:cNvPicPr>
          <p:nvPr/>
        </p:nvPicPr>
        <p:blipFill>
          <a:blip r:embed="rId2"/>
          <a:srcRect l="0" r="0" t="14367" b="14367"/>
          <a:stretch/>
        </p:blipFill>
        <p:spPr>
          <a:xfrm>
            <a:off x="6446520" y="1417320"/>
            <a:ext cx="489204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4572000"/>
            <a:ext cx="4846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Decentralised: devices talk to other devices, like friends in a circle.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720840" y="5257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Code line: send(update, neighbours)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cropped from the paper: Fig. 2 and Fig. 3.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Story-code Part 3: Mix the lessons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This is like many students making one better class answer.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4343400"/>
          </a:xfrm>
          <a:prstGeom prst="roundRect">
            <a:avLst>
              <a:gd name="adj" fmla="val 3789"/>
            </a:avLst>
          </a:prstGeom>
          <a:solidFill>
            <a:srgbClr val="E9F8EF"/>
          </a:solidFill>
          <a:ln w="12700">
            <a:solidFill>
              <a:srgbClr val="BCE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9653"/>
                </a:solidFill>
              </a:rPr>
              <a:t>Story-code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What it means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783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 = collect_updates()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532120" y="17739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Collect small lessons from devices.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2176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safe_group = check_trust(group)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Check who is safe to trust.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8368" y="2569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global_model = average(safe_group)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532120" y="2560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Mix good lessons into one brain.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" y="2962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962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device_is_weak: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532120" y="29535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a device is small or low-power.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8368" y="3355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send_smaller_model()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532120" y="33467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Send it a lighter version.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58368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3749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the device can handle more work.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58368" y="41422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send_full_model()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532120" y="4133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Send the normal model.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58368" y="4535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96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535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repeat_next_round()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5532120" y="45262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Do it again later to keep learning.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1005840" y="5715000"/>
            <a:ext cx="10149840" cy="502920"/>
          </a:xfrm>
          <a:prstGeom prst="roundRect">
            <a:avLst>
              <a:gd name="adj" fmla="val 32727"/>
            </a:avLst>
          </a:prstGeom>
          <a:solidFill>
            <a:srgbClr val="FFF6D7"/>
          </a:solidFill>
          <a:ln w="12700">
            <a:solidFill>
              <a:srgbClr val="F2D9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3856" y="5806440"/>
            <a:ext cx="98938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</a:rPr>
              <a:t>Important word: "average" means combine many learning messages into one better model.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FedAvg and other aggregation methods combine local model updates.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Story-code Part 4: Check for attacks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An attack is bad behaviour that can stop devices or steal/change data.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434340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5757"/>
                </a:solidFill>
              </a:rPr>
              <a:t>Story-code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3212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What it means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783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traffic = watch_network()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532120" y="17739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Look at messages going in and out.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2176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 = global_model(traffic)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532120" y="21671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Ask the model: normal or strange?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8368" y="2569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569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score &gt; danger_level: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532120" y="2560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it looks very strange.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" y="29626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962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label = "attack"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532120" y="29535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Mark it as possible attack.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58368" y="33558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alert_owner(label)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532120" y="33467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Tell the owner/administrator.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58368" y="3749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3749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532120" y="3739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If everything looks normal.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58368" y="41422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label = "normal"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532120" y="4133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Mark it as safe.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58368" y="4535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535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keep_watching()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5532120" y="45262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6213E"/>
                </a:solidFill>
              </a:rPr>
              <a:t>Continue checking again and again.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60120" y="5715000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13E"/>
                </a:solidFill>
              </a:rPr>
              <a:t>Possible attacks in the paper: DoS, jamming, botnet, adversarial input.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IoT devices face DoS, jamming, botnet, and adversarial attacks.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Story-code Part 5: Work with different devices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Some devices are strong, some are weak. The code must be kind to all of them.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663440" cy="48920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5" name="Image 0" descr="/mnt/data/assets/fig4_heterogeneous.png">    </p:cNvPr>
          <p:cNvPicPr>
            <a:picLocks noChangeAspect="1"/>
          </p:cNvPicPr>
          <p:nvPr/>
        </p:nvPicPr>
        <p:blipFill>
          <a:blip r:embed="rId1"/>
          <a:srcRect l="0" r="0" t="20800" b="20800"/>
          <a:stretch/>
        </p:blipFill>
        <p:spPr>
          <a:xfrm>
            <a:off x="758952" y="1325880"/>
            <a:ext cx="425196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257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13E"/>
                </a:solidFill>
              </a:rPr>
              <a:t>Heterogeneous = not all devices are the same.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577840" y="1143000"/>
            <a:ext cx="6035040" cy="4892040"/>
          </a:xfrm>
          <a:prstGeom prst="roundRect">
            <a:avLst>
              <a:gd name="adj" fmla="val 3364"/>
            </a:avLst>
          </a:prstGeom>
          <a:solidFill>
            <a:srgbClr val="F4EAFE"/>
          </a:solidFill>
          <a:ln w="12700">
            <a:solidFill>
              <a:srgbClr val="D8B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5727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91072" y="15727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device.battery_low: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458200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If battery is low.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5806440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91072" y="19568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do_less_work()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458200" y="1938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Do smaller work to save power.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5806440" y="23408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91072" y="234086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device.memory_small: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If memory is small.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5806440" y="27249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91072" y="2724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use_tiny_model()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458200" y="2706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Use a tiny model.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5806440" y="31089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91072" y="31089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network_slow: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8458200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If internet is slow.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806440" y="3493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91072" y="34930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send_less_often()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8458200" y="3474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Send fewer updates.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5806440" y="38770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91072" y="38770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protect_with_auth()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45820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Check the sender is real.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5806440" y="42611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91072" y="4261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protect_with_encryption()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8458200" y="4242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13E"/>
                </a:solidFill>
              </a:rPr>
              <a:t>Hide the message from strangers.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cropped from the paper: Fig. 4. Paper basis: devices have different hardware/software and need authentication/encryption.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check: Which tools are safer?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The paper compares federated learning frameworks by security features.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669280" cy="48463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5" name="Image 0" descr="/mnt/data/assets/table7_framewor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417320"/>
            <a:ext cx="521208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The table checks 3 simple things: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</a:rPr>
              <a:t>✅ login check  ✅ secret messages  ✅ IoT support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29400" y="1143000"/>
            <a:ext cx="4937760" cy="484632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67728" y="1444752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67728" y="15270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61504" y="14813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Authentication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47979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</a:rPr>
              <a:t>Like asking: “Are you really my friend?”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67728" y="2505456"/>
            <a:ext cx="384048" cy="384048"/>
          </a:xfrm>
          <a:prstGeom prst="ellipse">
            <a:avLst/>
          </a:prstGeom>
          <a:solidFill>
            <a:srgbClr val="219653"/>
          </a:solidFill>
          <a:ln w="12700">
            <a:solidFill>
              <a:srgbClr val="219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25877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61504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Encryption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79792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</a:rPr>
              <a:t>Like putting the message inside a locked box.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967728" y="3566160"/>
            <a:ext cx="384048" cy="3840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67728" y="36484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61504" y="36027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IoT Support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79792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</a:rPr>
              <a:t>Can it work with small smart devices?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995160" y="4983480"/>
            <a:ext cx="4160520" cy="548640"/>
          </a:xfrm>
          <a:prstGeom prst="roundRect">
            <a:avLst>
              <a:gd name="adj" fmla="val 30000"/>
            </a:avLst>
          </a:prstGeom>
          <a:solidFill>
            <a:srgbClr val="FFF6D7"/>
          </a:solidFill>
          <a:ln w="12700">
            <a:solidFill>
              <a:srgbClr val="F2D9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23176" y="5074920"/>
            <a:ext cx="39044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</a:rPr>
              <a:t>For class 4: these are safety locks for the learning messages.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cropped from the paper: Table 7.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Whole code in one simple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66273"/>
                </a:solidFill>
              </a:rPr>
              <a:t>From start to end, this is what the code is doing.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EAF4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27048" y="1618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1-4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Find devices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53128" y="14173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E9F8E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21808" y="1618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5-8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Keep data private and learn normal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47888" y="14173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FFF2E6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16568" y="1618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9-16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22208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Share only small learning updates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" y="39319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F4EA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14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27048" y="4133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17-24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Mix updates into one better model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53128" y="39319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FFF6D7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4114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21808" y="4133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25-32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2744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Watch traffic and detect attack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47888" y="3931920"/>
            <a:ext cx="3200400" cy="1691640"/>
          </a:xfrm>
          <a:prstGeom prst="roundRect">
            <a:avLst>
              <a:gd name="adj" fmla="val 9730"/>
            </a:avLst>
          </a:prstGeom>
          <a:solidFill>
            <a:srgbClr val="FEEEE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4114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116568" y="4133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Lines 33-40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2220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Adjust for weak devices and protect messages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60533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</a:rPr>
              <a:t>Tiny meaning: Many IoT devices learn together to catch attacks, but they try not to share private raw data.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75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basis: collaborative IDS, federated learning, centralised/decentralised/heterogeneous learning, and security features.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 Code Explanation - IoT Intrusion Detection</dc:title>
  <dc:subject>Class 4 friendly code explanation from IoT collaborative IDS review paper</dc:subject>
  <dc:creator>OpenAI</dc:creator>
  <cp:lastModifiedBy>OpenAI</cp:lastModifiedBy>
  <cp:revision>1</cp:revision>
  <dcterms:created xsi:type="dcterms:W3CDTF">2026-07-21T15:01:33Z</dcterms:created>
  <dcterms:modified xsi:type="dcterms:W3CDTF">2026-07-21T15:01:33Z</dcterms:modified>
</cp:coreProperties>
</file>